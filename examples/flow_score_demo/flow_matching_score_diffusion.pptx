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 ON GENERATIVE DYNAMICS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matching and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diffusion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score, why a velocity field, and how the two losses are the same idea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different regression target.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 ·  Vincent  ·  Song et al.  ·  Lipman et al.  ·  Liu et 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THE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transport problem, two regression targets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611880" cy="324612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417320"/>
            <a:ext cx="3611880" cy="73152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path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densities p_t from noise at t = 0 to data at t = 1. Both methods live on this path.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611880" cy="324612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417320"/>
            <a:ext cx="3611880" cy="73152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 field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diffusion regresses ∇ log p_t. Flow matching regresses a velocity u_t that pushes mass along the path.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417320"/>
            <a:ext cx="3611880" cy="324612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92440" y="1417320"/>
            <a:ext cx="3611880" cy="73152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by ODE or SDE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28803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probability-flow ODE is the bridge: its drift is the flow-matching target written in score language.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below assumes a particular network. The derivation is about the target, not the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TWO FIELDS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points uphill in density. Velocity moves mass.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5486400" cy="4434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00" cy="443484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s(x, t) = ∇ log p_t(x)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steepest increase of the log-density. It does not say how fast the density is moving — only where probability is higher nearby.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reverse a noising process. Gaussian noise makes the conditional score an algebraic function of the clean sample.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target is usually −ε / σ_t.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508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v(x, t)  pushes  p_t forward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2377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field whose flow transports the noise measure into the data measure. It is a velocity in sample space, not a density gradient.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path of densities that satisfies the continuity equation has at least one such field. Conditional paths make it simulable.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target is often x_1 − x_0.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THE PROBABILITY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endpoints. Design the interpolant.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737360" y="1280160"/>
            <a:ext cx="384048" cy="384048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1463040"/>
            <a:ext cx="3383280" cy="0"/>
          </a:xfrm>
          <a:prstGeom prst="line">
            <a:avLst/>
          </a:prstGeom>
          <a:noFill/>
          <a:ln w="19050">
            <a:solidFill>
              <a:srgbClr val="C9C0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p_0 = N(0, I).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sample.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in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384048" cy="384048"/>
          </a:xfrm>
          <a:prstGeom prst="ellipse">
            <a:avLst/>
          </a:prstGeom>
          <a:solidFill>
            <a:srgbClr val="E8624D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463040"/>
            <a:ext cx="3383280" cy="0"/>
          </a:xfrm>
          <a:prstGeom prst="line">
            <a:avLst/>
          </a:prstGeom>
          <a:noFill/>
          <a:ln w="19050">
            <a:solidFill>
              <a:srgbClr val="C9C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∈ (0, 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2121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conditional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p_t(x | x_1).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is the mixture.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18320" y="1280160"/>
            <a:ext cx="384048" cy="384048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2121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6676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p_1 ≈ p_data.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we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sample.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3931920"/>
            <a:ext cx="11201400" cy="196596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69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Marginalization is the whole trick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43484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data point x_1, draw noise x_0, then draw x_t from a conditional you chose — Gaussian around a shrinking mean, or a straight line between x_0 and x_1. The marginal p_t is never written down. Every later loss only needs samples from that conditional.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SCORE DIFFUSION  ·  FORWARD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is added by a designed SDE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 diffusion. Drift f and scalar diffusion g are chosen, not learned.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201400" cy="1051560"/>
          </a:xfrm>
          <a:prstGeom prst="rect">
            <a:avLst/>
          </a:prstGeom>
          <a:solidFill>
            <a:srgbClr val="18263A"/>
          </a:solidFill>
          <a:ln/>
        </p:spPr>
      </p:sp>
      <p:pic>
        <p:nvPicPr>
          <p:cNvPr id="10" name="Image 0" descr="/tmp/eq/fwd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10881360" cy="104002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697480"/>
            <a:ext cx="5486400" cy="310896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2" name="Shape 9"/>
          <p:cNvSpPr/>
          <p:nvPr/>
        </p:nvSpPr>
        <p:spPr>
          <a:xfrm>
            <a:off x="6172200" y="2697480"/>
            <a:ext cx="5532120" cy="310896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834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PRESERVING</a:t>
            </a:r>
            <a:endParaRPr lang="en-US" sz="1200" dirty="0"/>
          </a:p>
        </p:txBody>
      </p:sp>
      <p:pic>
        <p:nvPicPr>
          <p:cNvPr id="14" name="Image 1" descr="/tmp/eq/vp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80"/>
            <a:ext cx="5212080" cy="4981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416052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drift pulls x toward 0 while β(t) injects noise. This is the continuous limit of DDPM. Closed form: x_t = α_t x_0 + σ_t ε.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355080" y="2834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CLOSED FORM MATTERS</a:t>
            </a:r>
            <a:endParaRPr lang="en-US" sz="1200" dirty="0"/>
          </a:p>
        </p:txBody>
      </p:sp>
      <p:pic>
        <p:nvPicPr>
          <p:cNvPr id="17" name="Image 2" descr="/tmp/eq/xt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154680"/>
            <a:ext cx="5257800" cy="5025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41605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never simulates the SDE. One sample of t and ε gives a noisy x_t and an exact conditional score. Simulation is only for generation.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REVERSE-TIME SDE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Anderson’s time reversal inserts the score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1201400" cy="1051560"/>
          </a:xfrm>
          <a:prstGeom prst="rect">
            <a:avLst/>
          </a:prstGeom>
          <a:solidFill>
            <a:srgbClr val="EBE4D8"/>
          </a:solidFill>
          <a:ln/>
        </p:spPr>
      </p:sp>
      <p:pic>
        <p:nvPicPr>
          <p:cNvPr id="9" name="Image 0" descr="/tmp/eq/rev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25296"/>
            <a:ext cx="10972800" cy="104876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4140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359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marginals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0" y="23591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process is constructed so that its law at each t matches p_t of the forward process.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5570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3502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Fokker–Planck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14800" y="35021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forward FP equation. Flip the time variable. Match drifts so the densities agree.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4663440"/>
            <a:ext cx="384048" cy="384048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47000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645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appears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14800" y="46451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drift is −g(t)² ∇ log p_t. It is the unique correction that cancels the irreversible noise.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DENOISING SCORE MATCHING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marginal score is an expectation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score matching needs ∇ log p_t. We never have p_t. Vincent’s identity replaces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1201400" cy="960120"/>
          </a:xfrm>
          <a:prstGeom prst="rect">
            <a:avLst/>
          </a:prstGeom>
          <a:solidFill>
            <a:srgbClr val="EBE4D8"/>
          </a:solidFill>
          <a:ln/>
        </p:spPr>
      </p:sp>
      <p:pic>
        <p:nvPicPr>
          <p:cNvPr id="10" name="Image 0" descr="/tmp/eq/tower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10881360" cy="10400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from the mixture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p_t(x) = ∫ p_{t|0}(x | x_0) p(x_0) dx_0. Differentiate log p_t under the integral.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9768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9768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 on the kernel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9768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p(x_0 | x) appears. The marginal score equals the posterior mean of the conditional score.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924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9244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kernel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9244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 = α_t x_0 + σ_t ε the conditional score is closed form, so the target is a label, not an estimate.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4617720"/>
            <a:ext cx="11201400" cy="123444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21" name="Image 1" descr="/tmp/eq/dsm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709160"/>
            <a:ext cx="10972800" cy="10487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PROBABILITY-FLOW 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the noise. Keep the same marginals.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201400" cy="1051560"/>
          </a:xfrm>
          <a:prstGeom prst="rect">
            <a:avLst/>
          </a:prstGeom>
          <a:solidFill>
            <a:srgbClr val="18263A"/>
          </a:solidFill>
          <a:ln/>
        </p:spPr>
      </p:sp>
      <p:pic>
        <p:nvPicPr>
          <p:cNvPr id="9" name="Image 0" descr="/tmp/eq/pf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10881360" cy="10400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77440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in one pass. The Fokker–Planck equation of the SDE has a diffusion term ½ g(t)² Δp. Rewrite that term as a divergence, −∇ · (p · ½ g² ∇ log p). Absorb it into the drift. The resulting continuity equation is exactly the FP equation of a deterministic ODE. Same p_t, no Wiener process.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5532120" cy="201168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9319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the score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43434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ODE uses ½ g² ∇ log p. The reverse SDE uses the full g² ∇ log p, because the stochastic term still contributes diffusion.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3794760"/>
            <a:ext cx="5532120" cy="201168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9319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92240" y="43434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samplers, likelihoods by the instantaneous change-of-variables formula, and the exact link to flow matching.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FLOW MATCHING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velocity is anything that conserves the path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201400" cy="1005840"/>
          </a:xfrm>
          <a:prstGeom prst="rect">
            <a:avLst/>
          </a:prstGeom>
          <a:solidFill>
            <a:srgbClr val="EBE4D8"/>
          </a:solidFill>
          <a:ln/>
        </p:spPr>
      </p:sp>
      <p:pic>
        <p:nvPicPr>
          <p:cNvPr id="9" name="Image 0" descr="/tmp/eq/cont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61872"/>
            <a:ext cx="8412480" cy="8040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286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conservation of probability: the density at x changes only because mass flows in or out with velocity v_t(x). If you can regress v_t, integrating dx/dt = v_θ(x, t) from noise generates the path.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246120"/>
            <a:ext cx="11201400" cy="100584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12" name="Image 1" descr="/tmp/eq/fm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64992"/>
            <a:ext cx="10058400" cy="9613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44348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loss is the right object and the wrong algorithm. u_t(x) depends on the marginal p_t, which we cannot evaluate. Conditional flow matching replaces u_t by a target that depends only on one data point — and has the same gradient.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CONDITIONAL FLOW MATCHING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Condition, then the gradients agree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201400" cy="100584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9" name="Image 0" descr="/tmp/eq/cfm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10789920" cy="10312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286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path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74720" y="22860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p_t(x | x_1) you can sample, with a known velocity u_t(x | x_1) that generates that conditional. Straight lines and Gaussian kernels both qualify.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velocity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34290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mixture u_t(x) = E[ u_t(x | x_1) | x_t = x ] generates the marginal path. Same tower property as the score.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572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identity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74720" y="45720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both squared losses. Cross terms that involve the unknown marginal cancel. ∇L_FM = ∇L_CFM, so minibatch regression on the conditional target trains the marginal field.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THE STRAIGHT INTERPOLANT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Rectified flow is conditional flow matching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201400" cy="1051560"/>
          </a:xfrm>
          <a:prstGeom prst="rect">
            <a:avLst/>
          </a:prstGeom>
          <a:solidFill>
            <a:srgbClr val="18263A"/>
          </a:solidFill>
          <a:ln/>
        </p:spPr>
      </p:sp>
      <p:pic>
        <p:nvPicPr>
          <p:cNvPr id="9" name="Image 0" descr="/tmp/eq/path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10607040" cy="10138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317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x_0 ~ N(0, I), independent of data x_1. The particle moves at constant velocity. Differentiating the interpolant in t gives the target with no extra score algebra.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coupling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3794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loss pairs each x_1 with a fresh Gaussian. Paths cross, so the marginal field is curved even though every conditional path is straight.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9768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Reflow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0" y="3794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pairs (x_0, x_1) from a trained model and retrain. The new coupling is closer to a transport map, so the learned field straightens and few-step sampling improves.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9244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paths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92440" y="3794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Diffusion-style x_t = α_t x_1 + σ_t ε is also a conditional path. Its target velocity is a linear function of x and of the noise — the bridge to ε-prediction.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THE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probability-flow drift is a velocity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1201400" cy="1005840"/>
          </a:xfrm>
          <a:prstGeom prst="rect">
            <a:avLst/>
          </a:prstGeom>
          <a:solidFill>
            <a:srgbClr val="EBE4D8"/>
          </a:solidFill>
          <a:ln/>
        </p:spPr>
      </p:sp>
      <p:pic>
        <p:nvPicPr>
          <p:cNvPr id="9" name="Image 0" descr="/tmp/eq/bridge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424160" cy="9963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240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score model and a flow model are two parameterizations of one ODE, once f and g are fixed. Convert at sampling time, or train the parameterization you want.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017520"/>
            <a:ext cx="5486400" cy="2788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Shape 9"/>
          <p:cNvSpPr/>
          <p:nvPr/>
        </p:nvSpPr>
        <p:spPr>
          <a:xfrm>
            <a:off x="6172200" y="3017520"/>
            <a:ext cx="5532120" cy="278892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154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SIDE</a:t>
            </a:r>
            <a:endParaRPr lang="en-US" sz="1200" dirty="0"/>
          </a:p>
        </p:txBody>
      </p:sp>
      <p:pic>
        <p:nvPicPr>
          <p:cNvPr id="14" name="Image 1" descr="/tmp/eq/eps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5120640" cy="4894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4434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ε-prediction, x-prediction, and v-prediction differ by an affine map in (x, ε). They fit the same Gaussian conditional.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355080" y="3154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SIDE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55080" y="3520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Gaussian conditional path the conditional velocity is</a:t>
            </a:r>
            <a:endParaRPr lang="en-US" sz="1400" dirty="0"/>
          </a:p>
        </p:txBody>
      </p:sp>
      <p:pic>
        <p:nvPicPr>
          <p:cNvPr id="18" name="Image 2" descr="/tmp/eq/condvel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23360"/>
            <a:ext cx="5349240" cy="5112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α, σ to recover VP, VE, or rectified flow.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TRAINING AND SAMPLING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loop. Different label.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201400" cy="43891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070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2070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diffusion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52360" y="12070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11201400" cy="64008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196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1819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x_0 ~ data,  t,  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52360" y="1819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x_1 ~ data,  x_0 ~ noise,  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404872"/>
            <a:ext cx="11201400" cy="640080"/>
          </a:xfrm>
          <a:prstGeom prst="rect">
            <a:avLst/>
          </a:prstGeom>
          <a:solidFill>
            <a:srgbClr val="E7E0D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32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x_t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5328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α_t x_0 + σ_t 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25328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t) x_0 + t x_1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118104"/>
            <a:ext cx="11201400" cy="64008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−ε / σ_t    or    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x_1 − x_0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831336"/>
            <a:ext cx="11201400" cy="640080"/>
          </a:xfrm>
          <a:prstGeom prst="rect">
            <a:avLst/>
          </a:prstGeom>
          <a:solidFill>
            <a:srgbClr val="E7E0D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59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3959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MSE to the score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3959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to the conditional velocity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4544568"/>
            <a:ext cx="11201400" cy="640080"/>
          </a:xfrm>
          <a:prstGeom prst="rect">
            <a:avLst/>
          </a:prstGeom>
          <a:solidFill>
            <a:srgbClr val="EBE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72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46725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SDE or PF-ODE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52360" y="46725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dx/dt = v_θ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WHAT TO REMEMBER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455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·  SCORE DIFFUSION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74175" y="65471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the path. The loss follows.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5577840" cy="201168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unknown is always marginal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derivations hide ∇ log p_t or u_t(x) behind a conditional expectation. Training only ever sees one endpoint and one noise draw.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577840" cy="201168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is not free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paths can be linear while the marginal field stays curved. Few-step error is about that curvature, which reflow reduces.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5577840" cy="201168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Weighting is a design choice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λ(t) does not change the optimum of a well-specified model. It changes the finite-sample fit and which timesteps dominate the gradient.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429000"/>
            <a:ext cx="5577840" cy="2011680"/>
          </a:xfrm>
          <a:prstGeom prst="rect">
            <a:avLst/>
          </a:prstGeom>
          <a:solidFill>
            <a:srgbClr val="1826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11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Stochasticity is optional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114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SDE and the probability-flow ODE share marginals. Noise at sample time can cover errors; the ODE gives likelihoods and distillation.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Matching and Score Diffusion</dc:title>
  <dc:subject>Score-based diffusion and conditional flow matching</dc:subject>
  <dc:creator>Educational derivations</dc:creator>
  <cp:lastModifiedBy>Educational derivations</cp:lastModifiedBy>
  <cp:revision>1</cp:revision>
  <dcterms:created xsi:type="dcterms:W3CDTF">2026-10-09T17:00:52Z</dcterms:created>
  <dcterms:modified xsi:type="dcterms:W3CDTF">2026-10-09T17:00:52Z</dcterms:modified>
</cp:coreProperties>
</file>